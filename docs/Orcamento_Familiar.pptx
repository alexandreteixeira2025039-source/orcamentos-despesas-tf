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809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1242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1193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0777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5879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5200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2662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4302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6139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759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4700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4975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7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54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ACADÉMICO  · 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Orçamento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financeira para famílias portuguesas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flipV="1">
            <a:off x="548639" y="3703321"/>
            <a:ext cx="4635305" cy="45719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Gonçalo  ·  Tiago  ·  Alexandre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grupo  ·  Abril 2026</a:t>
            </a:r>
            <a:endParaRPr lang="en-US" sz="11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96A920B-E9B4-4BCD-EFEB-42D828518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483" y="3284244"/>
            <a:ext cx="3432517" cy="1519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FB65A29D-8858-7833-865E-BF2DF010B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132" y="1463040"/>
            <a:ext cx="2862775" cy="190851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 O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8925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que resolve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portuguesas têm cada vez mais dificuldade em controlar o seu orçamento mensal. O custo de vida subiu, mas a maioria continua sem ferramentas adaptadas à sua realidade.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754880" y="1474467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Quanto gastei este mês em supermercado?</a:t>
            </a:r>
            <a:endParaRPr lang="en-US" sz="1100" b="1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r>
              <a:rPr lang="en-US" sz="1300" b="1" kern="0" spc="2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 err="1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78175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bancárias mostram movimentos individuais, mas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categorizam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somam ao nível familiar.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 de Excel são manuais, propensas a erros e raramente se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mantêm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atualizadas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visibilidade sobre quanto entra, quanto sai e onde se gasta — saldo real fica obscuro.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 SOLUÇÃO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a nossa solução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em Python que permite a uma família registar e organizar todas as suas receitas e despesas mensais. Os dados ficam guardados em JSON, agrupados por categorias adaptadas à realidade portuguesa, com cálculo automático de saldo.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931920" cy="960120"/>
          </a:xfrm>
          <a:prstGeom prst="rect">
            <a:avLst/>
          </a:prstGeom>
          <a:solidFill>
            <a:srgbClr val="F4F1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864" cy="960120"/>
          </a:xfrm>
          <a:prstGeom prst="rect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777240" y="27157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simples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rápida de receitas e despesas via menu interativo no terminal.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606040"/>
            <a:ext cx="3931920" cy="960120"/>
          </a:xfrm>
          <a:prstGeom prst="rect">
            <a:avLst/>
          </a:prstGeom>
          <a:solidFill>
            <a:srgbClr val="F4F1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663440" y="2606040"/>
            <a:ext cx="54864" cy="960120"/>
          </a:xfrm>
          <a:prstGeom prst="rect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892040" y="27157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3063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Habitação, utilidades, alimentação, transportes, saúde, educação, lazer.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931920" cy="960120"/>
          </a:xfrm>
          <a:prstGeom prst="rect">
            <a:avLst/>
          </a:prstGeom>
          <a:solidFill>
            <a:srgbClr val="F4F1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864" cy="960120"/>
          </a:xfrm>
          <a:prstGeom prst="rect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777240" y="38130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automático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saldo mensal e agrupamento de gastos por categoria.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703320"/>
            <a:ext cx="3931920" cy="960120"/>
          </a:xfrm>
          <a:prstGeom prst="rect">
            <a:avLst/>
          </a:prstGeom>
          <a:solidFill>
            <a:srgbClr val="F4F1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4663440" y="3703320"/>
            <a:ext cx="54864" cy="960120"/>
          </a:xfrm>
          <a:prstGeom prst="rect">
            <a:avLst/>
          </a:prstGeom>
          <a:solidFill>
            <a:srgbClr val="0F4C3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4892040" y="38130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portátil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4160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em ficheiro JSON, sem base de dados nem dependências externas.</a:t>
            </a:r>
            <a:endParaRPr lang="en-US" sz="105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AB10978-0A6A-F2B8-793E-9BBB1FDFD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665" y="194135"/>
            <a:ext cx="1479920" cy="1479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pela atenção.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Familiar  ·  Python  ·  JSON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Gonçalo  ·  Tiago  ·  Alex  —  Abril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</TotalTime>
  <Words>252</Words>
  <Application>Microsoft Office PowerPoint</Application>
  <PresentationFormat>Apresentação no Ecrã (16:9)</PresentationFormat>
  <Paragraphs>33</Paragraphs>
  <Slides>4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9" baseType="lpstr">
      <vt:lpstr>Arial</vt:lpstr>
      <vt:lpstr>Calibri</vt:lpstr>
      <vt:lpstr>Georgia</vt:lpstr>
      <vt:lpstr>Gill Sans MT</vt:lpstr>
      <vt:lpstr>Galeria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Orçamento Familiar — Sistema de Gestão Financeira</dc:title>
  <dc:subject>PptxGenJS Presentation</dc:subject>
  <dc:creator>Gonçalo · Tiago · Alex</dc:creator>
  <cp:lastModifiedBy>Alex teixeira</cp:lastModifiedBy>
  <cp:revision>3</cp:revision>
  <dcterms:created xsi:type="dcterms:W3CDTF">2026-04-27T21:39:14Z</dcterms:created>
  <dcterms:modified xsi:type="dcterms:W3CDTF">2026-05-05T21:45:48Z</dcterms:modified>
</cp:coreProperties>
</file>
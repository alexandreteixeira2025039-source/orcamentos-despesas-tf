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ACADÉMICO  · 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Orçamento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Familiar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financeira para famílias portuguesas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54864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Gonçalo  ·  Tiago  ·  Alex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grupo  ·  Abril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4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a nossa solução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em Python que permite a uma família registar e organizar todas as suas receitas e despesas mensais. Os dados ficam guardados em JSON, agrupados por categorias adaptadas à realidade portuguesa, com cálculo automático de saldo.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931920" cy="96012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54864" cy="960120"/>
          </a:xfrm>
          <a:prstGeom prst="rect">
            <a:avLst/>
          </a:prstGeom>
          <a:solidFill>
            <a:srgbClr val="0F4C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157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simples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 rápida de receitas e despesas via menu interativo no terminal.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2606040"/>
            <a:ext cx="3931920" cy="96012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606040"/>
            <a:ext cx="54864" cy="960120"/>
          </a:xfrm>
          <a:prstGeom prst="rect">
            <a:avLst/>
          </a:prstGeom>
          <a:solidFill>
            <a:srgbClr val="0F4C3A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27157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PT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30632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Habitação, utilidades, alimentação, transportes, saúde, educação, lazer.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931920" cy="96012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703320"/>
            <a:ext cx="54864" cy="960120"/>
          </a:xfrm>
          <a:prstGeom prst="rect">
            <a:avLst/>
          </a:prstGeom>
          <a:solidFill>
            <a:srgbClr val="0F4C3A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1304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automático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saldo mensal e agrupamento de gastos por categoria.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3703320"/>
            <a:ext cx="3931920" cy="96012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8" name="Shape 16"/>
          <p:cNvSpPr/>
          <p:nvPr/>
        </p:nvSpPr>
        <p:spPr>
          <a:xfrm>
            <a:off x="4663440" y="3703320"/>
            <a:ext cx="54864" cy="960120"/>
          </a:xfrm>
          <a:prstGeom prst="rect">
            <a:avLst/>
          </a:prstGeom>
          <a:solidFill>
            <a:srgbClr val="0F4C3A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381304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portátil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92040" y="41605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em ficheiro JSON, sem base de dados nem dependências externas.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4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 que resolve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portuguesas têm cada vez mais dificuldade em controlar o seu orçamento mensal. O custo de vida subiu, mas a maioria continua sem ferramentas adaptadas à sua realidade.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846320" y="1554480"/>
            <a:ext cx="3749040" cy="1463040"/>
          </a:xfrm>
          <a:prstGeom prst="rect">
            <a:avLst/>
          </a:prstGeom>
          <a:solidFill>
            <a:srgbClr val="0F4C3A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16002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937760" y="2468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gastei este mês em supermercado?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4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actuais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bancárias mostram movimentos individuais, mas não categorizam nem somam ao nível familiar.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Folhas de Excel são manuais, propensas a erros e raramente se mantêm actualizadas.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visibilidade sobre quanto entra, quanto sai e onde se gasta — saldo real fica obscuro.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4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pela atenção.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54864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Familiar  ·  Python  ·  JSON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Gonçalo  ·  Tiago  ·  Alex  —  Abril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Orçamento Familiar — Sistema de Gestão Financeira</dc:title>
  <dc:subject>PptxGenJS Presentation</dc:subject>
  <dc:creator>Gonçalo · Tiago · Alex</dc:creator>
  <cp:lastModifiedBy>Gonçalo · Tiago · Alex</cp:lastModifiedBy>
  <cp:revision>1</cp:revision>
  <dcterms:created xsi:type="dcterms:W3CDTF">2026-04-27T21:39:14Z</dcterms:created>
  <dcterms:modified xsi:type="dcterms:W3CDTF">2026-04-27T21:39:14Z</dcterms:modified>
</cp:coreProperties>
</file>